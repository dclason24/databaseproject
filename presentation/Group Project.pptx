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Signika Bold" charset="1" panose="02010003020600000004"/>
      <p:regular r:id="rId15"/>
    </p:embeddedFont>
    <p:embeddedFont>
      <p:font typeface="Signika" charset="1" panose="020100030206000000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5F3"/>
        </a:solidFill>
      </p:bgPr>
    </p:bg>
    <p:spTree>
      <p:nvGrpSpPr>
        <p:cNvPr id="1" name=""/>
        <p:cNvGrpSpPr/>
        <p:nvPr/>
      </p:nvGrpSpPr>
      <p:grpSpPr>
        <a:xfrm>
          <a:off x="0" y="0"/>
          <a:ext cx="0" cy="0"/>
          <a:chOff x="0" y="0"/>
          <a:chExt cx="0" cy="0"/>
        </a:xfrm>
      </p:grpSpPr>
      <p:sp>
        <p:nvSpPr>
          <p:cNvPr name="Freeform 2" id="2"/>
          <p:cNvSpPr/>
          <p:nvPr/>
        </p:nvSpPr>
        <p:spPr>
          <a:xfrm flipH="true" flipV="false" rot="0">
            <a:off x="-1618103" y="7620897"/>
            <a:ext cx="7315200" cy="3274807"/>
          </a:xfrm>
          <a:custGeom>
            <a:avLst/>
            <a:gdLst/>
            <a:ahLst/>
            <a:cxnLst/>
            <a:rect r="r" b="b" t="t" l="l"/>
            <a:pathLst>
              <a:path h="3274807" w="7315200">
                <a:moveTo>
                  <a:pt x="7315200" y="0"/>
                </a:moveTo>
                <a:lnTo>
                  <a:pt x="0" y="0"/>
                </a:lnTo>
                <a:lnTo>
                  <a:pt x="0" y="3274806"/>
                </a:lnTo>
                <a:lnTo>
                  <a:pt x="7315200" y="3274806"/>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90903" y="7620897"/>
            <a:ext cx="7315200" cy="3274807"/>
          </a:xfrm>
          <a:custGeom>
            <a:avLst/>
            <a:gdLst/>
            <a:ahLst/>
            <a:cxnLst/>
            <a:rect r="r" b="b" t="t" l="l"/>
            <a:pathLst>
              <a:path h="3274807" w="7315200">
                <a:moveTo>
                  <a:pt x="0" y="0"/>
                </a:moveTo>
                <a:lnTo>
                  <a:pt x="7315200" y="0"/>
                </a:lnTo>
                <a:lnTo>
                  <a:pt x="7315200" y="3274806"/>
                </a:lnTo>
                <a:lnTo>
                  <a:pt x="0" y="327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0800000">
            <a:off x="12572566" y="-539881"/>
            <a:ext cx="7315200" cy="3274807"/>
          </a:xfrm>
          <a:custGeom>
            <a:avLst/>
            <a:gdLst/>
            <a:ahLst/>
            <a:cxnLst/>
            <a:rect r="r" b="b" t="t" l="l"/>
            <a:pathLst>
              <a:path h="3274807" w="7315200">
                <a:moveTo>
                  <a:pt x="7315200" y="0"/>
                </a:moveTo>
                <a:lnTo>
                  <a:pt x="0" y="0"/>
                </a:lnTo>
                <a:lnTo>
                  <a:pt x="0" y="3274807"/>
                </a:lnTo>
                <a:lnTo>
                  <a:pt x="7315200" y="3274807"/>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36439" y="-539881"/>
            <a:ext cx="7315200" cy="3274807"/>
          </a:xfrm>
          <a:custGeom>
            <a:avLst/>
            <a:gdLst/>
            <a:ahLst/>
            <a:cxnLst/>
            <a:rect r="r" b="b" t="t" l="l"/>
            <a:pathLst>
              <a:path h="3274807" w="7315200">
                <a:moveTo>
                  <a:pt x="0" y="0"/>
                </a:moveTo>
                <a:lnTo>
                  <a:pt x="7315200" y="0"/>
                </a:lnTo>
                <a:lnTo>
                  <a:pt x="7315200" y="3274807"/>
                </a:lnTo>
                <a:lnTo>
                  <a:pt x="0" y="32748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951823" y="8601060"/>
            <a:ext cx="5192177" cy="4114800"/>
          </a:xfrm>
          <a:custGeom>
            <a:avLst/>
            <a:gdLst/>
            <a:ahLst/>
            <a:cxnLst/>
            <a:rect r="r" b="b" t="t" l="l"/>
            <a:pathLst>
              <a:path h="4114800" w="5192177">
                <a:moveTo>
                  <a:pt x="0" y="0"/>
                </a:moveTo>
                <a:lnTo>
                  <a:pt x="5192177" y="0"/>
                </a:lnTo>
                <a:lnTo>
                  <a:pt x="519217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7893775" y="-2057400"/>
            <a:ext cx="6282137" cy="4114800"/>
          </a:xfrm>
          <a:custGeom>
            <a:avLst/>
            <a:gdLst/>
            <a:ahLst/>
            <a:cxnLst/>
            <a:rect r="r" b="b" t="t" l="l"/>
            <a:pathLst>
              <a:path h="4114800" w="6282137">
                <a:moveTo>
                  <a:pt x="0" y="4114800"/>
                </a:moveTo>
                <a:lnTo>
                  <a:pt x="6282137" y="4114800"/>
                </a:lnTo>
                <a:lnTo>
                  <a:pt x="6282137"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761485" y="8402325"/>
            <a:ext cx="1572853" cy="1711949"/>
          </a:xfrm>
          <a:custGeom>
            <a:avLst/>
            <a:gdLst/>
            <a:ahLst/>
            <a:cxnLst/>
            <a:rect r="r" b="b" t="t" l="l"/>
            <a:pathLst>
              <a:path h="1711949" w="1572853">
                <a:moveTo>
                  <a:pt x="0" y="0"/>
                </a:moveTo>
                <a:lnTo>
                  <a:pt x="1572853" y="0"/>
                </a:lnTo>
                <a:lnTo>
                  <a:pt x="1572853" y="1711950"/>
                </a:lnTo>
                <a:lnTo>
                  <a:pt x="0" y="17119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354213" y="-594976"/>
            <a:ext cx="1288334" cy="1189952"/>
          </a:xfrm>
          <a:custGeom>
            <a:avLst/>
            <a:gdLst/>
            <a:ahLst/>
            <a:cxnLst/>
            <a:rect r="r" b="b" t="t" l="l"/>
            <a:pathLst>
              <a:path h="1189952" w="1288334">
                <a:moveTo>
                  <a:pt x="0" y="0"/>
                </a:moveTo>
                <a:lnTo>
                  <a:pt x="1288333" y="0"/>
                </a:lnTo>
                <a:lnTo>
                  <a:pt x="1288333" y="1189952"/>
                </a:lnTo>
                <a:lnTo>
                  <a:pt x="0" y="11899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615992">
            <a:off x="6160710" y="-3149181"/>
            <a:ext cx="3466129" cy="4114800"/>
          </a:xfrm>
          <a:custGeom>
            <a:avLst/>
            <a:gdLst/>
            <a:ahLst/>
            <a:cxnLst/>
            <a:rect r="r" b="b" t="t" l="l"/>
            <a:pathLst>
              <a:path h="4114800" w="3466129">
                <a:moveTo>
                  <a:pt x="0" y="0"/>
                </a:moveTo>
                <a:lnTo>
                  <a:pt x="3466129" y="0"/>
                </a:lnTo>
                <a:lnTo>
                  <a:pt x="3466129"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4288033">
            <a:off x="7909712" y="8908489"/>
            <a:ext cx="1860455" cy="2411571"/>
          </a:xfrm>
          <a:custGeom>
            <a:avLst/>
            <a:gdLst/>
            <a:ahLst/>
            <a:cxnLst/>
            <a:rect r="r" b="b" t="t" l="l"/>
            <a:pathLst>
              <a:path h="2411571" w="1860455">
                <a:moveTo>
                  <a:pt x="0" y="0"/>
                </a:moveTo>
                <a:lnTo>
                  <a:pt x="1860455" y="0"/>
                </a:lnTo>
                <a:lnTo>
                  <a:pt x="1860455" y="2411571"/>
                </a:lnTo>
                <a:lnTo>
                  <a:pt x="0" y="24115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7176638" y="6328758"/>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111362" y="921249"/>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4281304" y="3291714"/>
            <a:ext cx="10145818" cy="3556761"/>
          </a:xfrm>
          <a:prstGeom prst="rect">
            <a:avLst/>
          </a:prstGeom>
        </p:spPr>
        <p:txBody>
          <a:bodyPr anchor="t" rtlCol="false" tIns="0" lIns="0" bIns="0" rIns="0">
            <a:spAutoFit/>
          </a:bodyPr>
          <a:lstStyle/>
          <a:p>
            <a:pPr algn="ctr">
              <a:lnSpc>
                <a:spcPts val="13438"/>
              </a:lnSpc>
            </a:pPr>
            <a:r>
              <a:rPr lang="en-US" b="true" sz="15099">
                <a:solidFill>
                  <a:srgbClr val="F092B4"/>
                </a:solidFill>
                <a:latin typeface="Signika Bold"/>
                <a:ea typeface="Signika Bold"/>
                <a:cs typeface="Signika Bold"/>
                <a:sym typeface="Signika Bold"/>
              </a:rPr>
              <a:t>DATABASE</a:t>
            </a:r>
          </a:p>
          <a:p>
            <a:pPr algn="ctr">
              <a:lnSpc>
                <a:spcPts val="13438"/>
              </a:lnSpc>
            </a:pPr>
            <a:r>
              <a:rPr lang="en-US" b="true" sz="15099">
                <a:solidFill>
                  <a:srgbClr val="F092B4"/>
                </a:solidFill>
                <a:latin typeface="Signika Bold"/>
                <a:ea typeface="Signika Bold"/>
                <a:cs typeface="Signika Bold"/>
                <a:sym typeface="Signika Bold"/>
              </a:rPr>
              <a:t>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5F3"/>
        </a:solidFill>
      </p:bgPr>
    </p:bg>
    <p:spTree>
      <p:nvGrpSpPr>
        <p:cNvPr id="1" name=""/>
        <p:cNvGrpSpPr/>
        <p:nvPr/>
      </p:nvGrpSpPr>
      <p:grpSpPr>
        <a:xfrm>
          <a:off x="0" y="0"/>
          <a:ext cx="0" cy="0"/>
          <a:chOff x="0" y="0"/>
          <a:chExt cx="0" cy="0"/>
        </a:xfrm>
      </p:grpSpPr>
      <p:sp>
        <p:nvSpPr>
          <p:cNvPr name="Freeform 2" id="2"/>
          <p:cNvSpPr/>
          <p:nvPr/>
        </p:nvSpPr>
        <p:spPr>
          <a:xfrm flipH="true" flipV="false" rot="0">
            <a:off x="-1618103" y="7620897"/>
            <a:ext cx="7315200" cy="3274807"/>
          </a:xfrm>
          <a:custGeom>
            <a:avLst/>
            <a:gdLst/>
            <a:ahLst/>
            <a:cxnLst/>
            <a:rect r="r" b="b" t="t" l="l"/>
            <a:pathLst>
              <a:path h="3274807" w="7315200">
                <a:moveTo>
                  <a:pt x="7315200" y="0"/>
                </a:moveTo>
                <a:lnTo>
                  <a:pt x="0" y="0"/>
                </a:lnTo>
                <a:lnTo>
                  <a:pt x="0" y="3274806"/>
                </a:lnTo>
                <a:lnTo>
                  <a:pt x="7315200" y="3274806"/>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90903" y="7620897"/>
            <a:ext cx="7315200" cy="3274807"/>
          </a:xfrm>
          <a:custGeom>
            <a:avLst/>
            <a:gdLst/>
            <a:ahLst/>
            <a:cxnLst/>
            <a:rect r="r" b="b" t="t" l="l"/>
            <a:pathLst>
              <a:path h="3274807" w="7315200">
                <a:moveTo>
                  <a:pt x="0" y="0"/>
                </a:moveTo>
                <a:lnTo>
                  <a:pt x="7315200" y="0"/>
                </a:lnTo>
                <a:lnTo>
                  <a:pt x="7315200" y="3274806"/>
                </a:lnTo>
                <a:lnTo>
                  <a:pt x="0" y="327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0800000">
            <a:off x="12572566" y="-539881"/>
            <a:ext cx="7315200" cy="3274807"/>
          </a:xfrm>
          <a:custGeom>
            <a:avLst/>
            <a:gdLst/>
            <a:ahLst/>
            <a:cxnLst/>
            <a:rect r="r" b="b" t="t" l="l"/>
            <a:pathLst>
              <a:path h="3274807" w="7315200">
                <a:moveTo>
                  <a:pt x="7315200" y="0"/>
                </a:moveTo>
                <a:lnTo>
                  <a:pt x="0" y="0"/>
                </a:lnTo>
                <a:lnTo>
                  <a:pt x="0" y="3274807"/>
                </a:lnTo>
                <a:lnTo>
                  <a:pt x="7315200" y="3274807"/>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36439" y="-539881"/>
            <a:ext cx="7315200" cy="3274807"/>
          </a:xfrm>
          <a:custGeom>
            <a:avLst/>
            <a:gdLst/>
            <a:ahLst/>
            <a:cxnLst/>
            <a:rect r="r" b="b" t="t" l="l"/>
            <a:pathLst>
              <a:path h="3274807" w="7315200">
                <a:moveTo>
                  <a:pt x="0" y="0"/>
                </a:moveTo>
                <a:lnTo>
                  <a:pt x="7315200" y="0"/>
                </a:lnTo>
                <a:lnTo>
                  <a:pt x="7315200" y="3274807"/>
                </a:lnTo>
                <a:lnTo>
                  <a:pt x="0" y="32748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951823" y="8601060"/>
            <a:ext cx="5192177" cy="4114800"/>
          </a:xfrm>
          <a:custGeom>
            <a:avLst/>
            <a:gdLst/>
            <a:ahLst/>
            <a:cxnLst/>
            <a:rect r="r" b="b" t="t" l="l"/>
            <a:pathLst>
              <a:path h="4114800" w="5192177">
                <a:moveTo>
                  <a:pt x="0" y="0"/>
                </a:moveTo>
                <a:lnTo>
                  <a:pt x="5192177" y="0"/>
                </a:lnTo>
                <a:lnTo>
                  <a:pt x="519217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7893775" y="-2057400"/>
            <a:ext cx="6282137" cy="4114800"/>
          </a:xfrm>
          <a:custGeom>
            <a:avLst/>
            <a:gdLst/>
            <a:ahLst/>
            <a:cxnLst/>
            <a:rect r="r" b="b" t="t" l="l"/>
            <a:pathLst>
              <a:path h="4114800" w="6282137">
                <a:moveTo>
                  <a:pt x="0" y="4114800"/>
                </a:moveTo>
                <a:lnTo>
                  <a:pt x="6282137" y="4114800"/>
                </a:lnTo>
                <a:lnTo>
                  <a:pt x="6282137"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761485" y="8402325"/>
            <a:ext cx="1572853" cy="1711949"/>
          </a:xfrm>
          <a:custGeom>
            <a:avLst/>
            <a:gdLst/>
            <a:ahLst/>
            <a:cxnLst/>
            <a:rect r="r" b="b" t="t" l="l"/>
            <a:pathLst>
              <a:path h="1711949" w="1572853">
                <a:moveTo>
                  <a:pt x="0" y="0"/>
                </a:moveTo>
                <a:lnTo>
                  <a:pt x="1572853" y="0"/>
                </a:lnTo>
                <a:lnTo>
                  <a:pt x="1572853" y="1711950"/>
                </a:lnTo>
                <a:lnTo>
                  <a:pt x="0" y="17119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354213" y="-594976"/>
            <a:ext cx="1288334" cy="1189952"/>
          </a:xfrm>
          <a:custGeom>
            <a:avLst/>
            <a:gdLst/>
            <a:ahLst/>
            <a:cxnLst/>
            <a:rect r="r" b="b" t="t" l="l"/>
            <a:pathLst>
              <a:path h="1189952" w="1288334">
                <a:moveTo>
                  <a:pt x="0" y="0"/>
                </a:moveTo>
                <a:lnTo>
                  <a:pt x="1288333" y="0"/>
                </a:lnTo>
                <a:lnTo>
                  <a:pt x="1288333" y="1189952"/>
                </a:lnTo>
                <a:lnTo>
                  <a:pt x="0" y="11899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615992">
            <a:off x="6160710" y="-3149181"/>
            <a:ext cx="3466129" cy="4114800"/>
          </a:xfrm>
          <a:custGeom>
            <a:avLst/>
            <a:gdLst/>
            <a:ahLst/>
            <a:cxnLst/>
            <a:rect r="r" b="b" t="t" l="l"/>
            <a:pathLst>
              <a:path h="4114800" w="3466129">
                <a:moveTo>
                  <a:pt x="0" y="0"/>
                </a:moveTo>
                <a:lnTo>
                  <a:pt x="3466129" y="0"/>
                </a:lnTo>
                <a:lnTo>
                  <a:pt x="3466129"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4288033">
            <a:off x="7909712" y="8908489"/>
            <a:ext cx="1860455" cy="2411571"/>
          </a:xfrm>
          <a:custGeom>
            <a:avLst/>
            <a:gdLst/>
            <a:ahLst/>
            <a:cxnLst/>
            <a:rect r="r" b="b" t="t" l="l"/>
            <a:pathLst>
              <a:path h="2411571" w="1860455">
                <a:moveTo>
                  <a:pt x="0" y="0"/>
                </a:moveTo>
                <a:lnTo>
                  <a:pt x="1860455" y="0"/>
                </a:lnTo>
                <a:lnTo>
                  <a:pt x="1860455" y="2411571"/>
                </a:lnTo>
                <a:lnTo>
                  <a:pt x="0" y="24115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7176638" y="6328758"/>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111362" y="921249"/>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5530454" y="3376673"/>
            <a:ext cx="7227092" cy="1256266"/>
          </a:xfrm>
          <a:prstGeom prst="rect">
            <a:avLst/>
          </a:prstGeom>
        </p:spPr>
        <p:txBody>
          <a:bodyPr anchor="t" rtlCol="false" tIns="0" lIns="0" bIns="0" rIns="0">
            <a:spAutoFit/>
          </a:bodyPr>
          <a:lstStyle/>
          <a:p>
            <a:pPr algn="ctr">
              <a:lnSpc>
                <a:spcPts val="9067"/>
              </a:lnSpc>
            </a:pPr>
            <a:r>
              <a:rPr lang="en-US" b="true" sz="10188">
                <a:solidFill>
                  <a:srgbClr val="F092B4"/>
                </a:solidFill>
                <a:latin typeface="Signika Bold"/>
                <a:ea typeface="Signika Bold"/>
                <a:cs typeface="Signika Bold"/>
                <a:sym typeface="Signika Bold"/>
              </a:rPr>
              <a:t>OUR TEAM</a:t>
            </a:r>
          </a:p>
        </p:txBody>
      </p:sp>
      <p:sp>
        <p:nvSpPr>
          <p:cNvPr name="TextBox 15" id="15"/>
          <p:cNvSpPr txBox="true"/>
          <p:nvPr/>
        </p:nvSpPr>
        <p:spPr>
          <a:xfrm rot="0">
            <a:off x="8065604" y="4999612"/>
            <a:ext cx="3340392" cy="494030"/>
          </a:xfrm>
          <a:prstGeom prst="rect">
            <a:avLst/>
          </a:prstGeom>
        </p:spPr>
        <p:txBody>
          <a:bodyPr anchor="t" rtlCol="false" tIns="0" lIns="0" bIns="0" rIns="0">
            <a:spAutoFit/>
          </a:bodyPr>
          <a:lstStyle/>
          <a:p>
            <a:pPr algn="l">
              <a:lnSpc>
                <a:spcPts val="3699"/>
              </a:lnSpc>
            </a:pPr>
            <a:r>
              <a:rPr lang="en-US" sz="3699">
                <a:solidFill>
                  <a:srgbClr val="F092B4"/>
                </a:solidFill>
                <a:latin typeface="Signika"/>
                <a:ea typeface="Signika"/>
                <a:cs typeface="Signika"/>
                <a:sym typeface="Signika"/>
              </a:rPr>
              <a:t>Danielle Clason</a:t>
            </a:r>
          </a:p>
        </p:txBody>
      </p:sp>
      <p:sp>
        <p:nvSpPr>
          <p:cNvPr name="TextBox 16" id="16"/>
          <p:cNvSpPr txBox="true"/>
          <p:nvPr/>
        </p:nvSpPr>
        <p:spPr>
          <a:xfrm rot="0">
            <a:off x="7233500" y="4999612"/>
            <a:ext cx="512793" cy="494030"/>
          </a:xfrm>
          <a:prstGeom prst="rect">
            <a:avLst/>
          </a:prstGeom>
        </p:spPr>
        <p:txBody>
          <a:bodyPr anchor="t" rtlCol="false" tIns="0" lIns="0" bIns="0" rIns="0">
            <a:spAutoFit/>
          </a:bodyPr>
          <a:lstStyle/>
          <a:p>
            <a:pPr algn="l">
              <a:lnSpc>
                <a:spcPts val="3699"/>
              </a:lnSpc>
            </a:pPr>
            <a:r>
              <a:rPr lang="en-US" sz="3699">
                <a:solidFill>
                  <a:srgbClr val="F092B4"/>
                </a:solidFill>
                <a:latin typeface="Signika"/>
                <a:ea typeface="Signika"/>
                <a:cs typeface="Signika"/>
                <a:sym typeface="Signika"/>
              </a:rPr>
              <a:t>1.</a:t>
            </a:r>
          </a:p>
        </p:txBody>
      </p:sp>
      <p:sp>
        <p:nvSpPr>
          <p:cNvPr name="TextBox 17" id="17"/>
          <p:cNvSpPr txBox="true"/>
          <p:nvPr/>
        </p:nvSpPr>
        <p:spPr>
          <a:xfrm rot="0">
            <a:off x="8065604" y="5855592"/>
            <a:ext cx="3645021" cy="494030"/>
          </a:xfrm>
          <a:prstGeom prst="rect">
            <a:avLst/>
          </a:prstGeom>
        </p:spPr>
        <p:txBody>
          <a:bodyPr anchor="t" rtlCol="false" tIns="0" lIns="0" bIns="0" rIns="0">
            <a:spAutoFit/>
          </a:bodyPr>
          <a:lstStyle/>
          <a:p>
            <a:pPr algn="l">
              <a:lnSpc>
                <a:spcPts val="3699"/>
              </a:lnSpc>
            </a:pPr>
            <a:r>
              <a:rPr lang="en-US" sz="3699">
                <a:solidFill>
                  <a:srgbClr val="F092B4"/>
                </a:solidFill>
                <a:latin typeface="Signika"/>
                <a:ea typeface="Signika"/>
                <a:cs typeface="Signika"/>
                <a:sym typeface="Signika"/>
              </a:rPr>
              <a:t>Maddie Lawrence</a:t>
            </a:r>
          </a:p>
        </p:txBody>
      </p:sp>
      <p:sp>
        <p:nvSpPr>
          <p:cNvPr name="TextBox 18" id="18"/>
          <p:cNvSpPr txBox="true"/>
          <p:nvPr/>
        </p:nvSpPr>
        <p:spPr>
          <a:xfrm rot="0">
            <a:off x="7233500" y="5855592"/>
            <a:ext cx="512793" cy="494030"/>
          </a:xfrm>
          <a:prstGeom prst="rect">
            <a:avLst/>
          </a:prstGeom>
        </p:spPr>
        <p:txBody>
          <a:bodyPr anchor="t" rtlCol="false" tIns="0" lIns="0" bIns="0" rIns="0">
            <a:spAutoFit/>
          </a:bodyPr>
          <a:lstStyle/>
          <a:p>
            <a:pPr algn="l">
              <a:lnSpc>
                <a:spcPts val="3699"/>
              </a:lnSpc>
            </a:pPr>
            <a:r>
              <a:rPr lang="en-US" sz="3699">
                <a:solidFill>
                  <a:srgbClr val="F092B4"/>
                </a:solidFill>
                <a:latin typeface="Signika"/>
                <a:ea typeface="Signika"/>
                <a:cs typeface="Signika"/>
                <a:sym typeface="Signika"/>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5F3"/>
        </a:solidFill>
      </p:bgPr>
    </p:bg>
    <p:spTree>
      <p:nvGrpSpPr>
        <p:cNvPr id="1" name=""/>
        <p:cNvGrpSpPr/>
        <p:nvPr/>
      </p:nvGrpSpPr>
      <p:grpSpPr>
        <a:xfrm>
          <a:off x="0" y="0"/>
          <a:ext cx="0" cy="0"/>
          <a:chOff x="0" y="0"/>
          <a:chExt cx="0" cy="0"/>
        </a:xfrm>
      </p:grpSpPr>
      <p:sp>
        <p:nvSpPr>
          <p:cNvPr name="Freeform 2" id="2"/>
          <p:cNvSpPr/>
          <p:nvPr/>
        </p:nvSpPr>
        <p:spPr>
          <a:xfrm flipH="true" flipV="false" rot="0">
            <a:off x="-1618103" y="7620897"/>
            <a:ext cx="7315200" cy="3274807"/>
          </a:xfrm>
          <a:custGeom>
            <a:avLst/>
            <a:gdLst/>
            <a:ahLst/>
            <a:cxnLst/>
            <a:rect r="r" b="b" t="t" l="l"/>
            <a:pathLst>
              <a:path h="3274807" w="7315200">
                <a:moveTo>
                  <a:pt x="7315200" y="0"/>
                </a:moveTo>
                <a:lnTo>
                  <a:pt x="0" y="0"/>
                </a:lnTo>
                <a:lnTo>
                  <a:pt x="0" y="3274806"/>
                </a:lnTo>
                <a:lnTo>
                  <a:pt x="7315200" y="3274806"/>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90903" y="7620897"/>
            <a:ext cx="7315200" cy="3274807"/>
          </a:xfrm>
          <a:custGeom>
            <a:avLst/>
            <a:gdLst/>
            <a:ahLst/>
            <a:cxnLst/>
            <a:rect r="r" b="b" t="t" l="l"/>
            <a:pathLst>
              <a:path h="3274807" w="7315200">
                <a:moveTo>
                  <a:pt x="0" y="0"/>
                </a:moveTo>
                <a:lnTo>
                  <a:pt x="7315200" y="0"/>
                </a:lnTo>
                <a:lnTo>
                  <a:pt x="7315200" y="3274806"/>
                </a:lnTo>
                <a:lnTo>
                  <a:pt x="0" y="327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0800000">
            <a:off x="12572566" y="-539881"/>
            <a:ext cx="7315200" cy="3274807"/>
          </a:xfrm>
          <a:custGeom>
            <a:avLst/>
            <a:gdLst/>
            <a:ahLst/>
            <a:cxnLst/>
            <a:rect r="r" b="b" t="t" l="l"/>
            <a:pathLst>
              <a:path h="3274807" w="7315200">
                <a:moveTo>
                  <a:pt x="7315200" y="0"/>
                </a:moveTo>
                <a:lnTo>
                  <a:pt x="0" y="0"/>
                </a:lnTo>
                <a:lnTo>
                  <a:pt x="0" y="3274807"/>
                </a:lnTo>
                <a:lnTo>
                  <a:pt x="7315200" y="3274807"/>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36439" y="-539881"/>
            <a:ext cx="7315200" cy="3274807"/>
          </a:xfrm>
          <a:custGeom>
            <a:avLst/>
            <a:gdLst/>
            <a:ahLst/>
            <a:cxnLst/>
            <a:rect r="r" b="b" t="t" l="l"/>
            <a:pathLst>
              <a:path h="3274807" w="7315200">
                <a:moveTo>
                  <a:pt x="0" y="0"/>
                </a:moveTo>
                <a:lnTo>
                  <a:pt x="7315200" y="0"/>
                </a:lnTo>
                <a:lnTo>
                  <a:pt x="7315200" y="3274807"/>
                </a:lnTo>
                <a:lnTo>
                  <a:pt x="0" y="32748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951823" y="8601060"/>
            <a:ext cx="5192177" cy="4114800"/>
          </a:xfrm>
          <a:custGeom>
            <a:avLst/>
            <a:gdLst/>
            <a:ahLst/>
            <a:cxnLst/>
            <a:rect r="r" b="b" t="t" l="l"/>
            <a:pathLst>
              <a:path h="4114800" w="5192177">
                <a:moveTo>
                  <a:pt x="0" y="0"/>
                </a:moveTo>
                <a:lnTo>
                  <a:pt x="5192177" y="0"/>
                </a:lnTo>
                <a:lnTo>
                  <a:pt x="519217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7893775" y="-2057400"/>
            <a:ext cx="6282137" cy="4114800"/>
          </a:xfrm>
          <a:custGeom>
            <a:avLst/>
            <a:gdLst/>
            <a:ahLst/>
            <a:cxnLst/>
            <a:rect r="r" b="b" t="t" l="l"/>
            <a:pathLst>
              <a:path h="4114800" w="6282137">
                <a:moveTo>
                  <a:pt x="0" y="4114800"/>
                </a:moveTo>
                <a:lnTo>
                  <a:pt x="6282137" y="4114800"/>
                </a:lnTo>
                <a:lnTo>
                  <a:pt x="6282137"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761485" y="8402325"/>
            <a:ext cx="1572853" cy="1711949"/>
          </a:xfrm>
          <a:custGeom>
            <a:avLst/>
            <a:gdLst/>
            <a:ahLst/>
            <a:cxnLst/>
            <a:rect r="r" b="b" t="t" l="l"/>
            <a:pathLst>
              <a:path h="1711949" w="1572853">
                <a:moveTo>
                  <a:pt x="0" y="0"/>
                </a:moveTo>
                <a:lnTo>
                  <a:pt x="1572853" y="0"/>
                </a:lnTo>
                <a:lnTo>
                  <a:pt x="1572853" y="1711950"/>
                </a:lnTo>
                <a:lnTo>
                  <a:pt x="0" y="17119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354213" y="-594976"/>
            <a:ext cx="1288334" cy="1189952"/>
          </a:xfrm>
          <a:custGeom>
            <a:avLst/>
            <a:gdLst/>
            <a:ahLst/>
            <a:cxnLst/>
            <a:rect r="r" b="b" t="t" l="l"/>
            <a:pathLst>
              <a:path h="1189952" w="1288334">
                <a:moveTo>
                  <a:pt x="0" y="0"/>
                </a:moveTo>
                <a:lnTo>
                  <a:pt x="1288333" y="0"/>
                </a:lnTo>
                <a:lnTo>
                  <a:pt x="1288333" y="1189952"/>
                </a:lnTo>
                <a:lnTo>
                  <a:pt x="0" y="11899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615992">
            <a:off x="6160710" y="-3149181"/>
            <a:ext cx="3466129" cy="4114800"/>
          </a:xfrm>
          <a:custGeom>
            <a:avLst/>
            <a:gdLst/>
            <a:ahLst/>
            <a:cxnLst/>
            <a:rect r="r" b="b" t="t" l="l"/>
            <a:pathLst>
              <a:path h="4114800" w="3466129">
                <a:moveTo>
                  <a:pt x="0" y="0"/>
                </a:moveTo>
                <a:lnTo>
                  <a:pt x="3466129" y="0"/>
                </a:lnTo>
                <a:lnTo>
                  <a:pt x="3466129"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4288033">
            <a:off x="7909712" y="8908489"/>
            <a:ext cx="1860455" cy="2411571"/>
          </a:xfrm>
          <a:custGeom>
            <a:avLst/>
            <a:gdLst/>
            <a:ahLst/>
            <a:cxnLst/>
            <a:rect r="r" b="b" t="t" l="l"/>
            <a:pathLst>
              <a:path h="2411571" w="1860455">
                <a:moveTo>
                  <a:pt x="0" y="0"/>
                </a:moveTo>
                <a:lnTo>
                  <a:pt x="1860455" y="0"/>
                </a:lnTo>
                <a:lnTo>
                  <a:pt x="1860455" y="2411571"/>
                </a:lnTo>
                <a:lnTo>
                  <a:pt x="0" y="24115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7176638" y="6328758"/>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111362" y="921249"/>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4562522" y="3063832"/>
            <a:ext cx="9162955" cy="1256266"/>
          </a:xfrm>
          <a:prstGeom prst="rect">
            <a:avLst/>
          </a:prstGeom>
        </p:spPr>
        <p:txBody>
          <a:bodyPr anchor="t" rtlCol="false" tIns="0" lIns="0" bIns="0" rIns="0">
            <a:spAutoFit/>
          </a:bodyPr>
          <a:lstStyle/>
          <a:p>
            <a:pPr algn="ctr">
              <a:lnSpc>
                <a:spcPts val="9067"/>
              </a:lnSpc>
            </a:pPr>
            <a:r>
              <a:rPr lang="en-US" b="true" sz="10188">
                <a:solidFill>
                  <a:srgbClr val="F092B4"/>
                </a:solidFill>
                <a:latin typeface="Signika Bold"/>
                <a:ea typeface="Signika Bold"/>
                <a:cs typeface="Signika Bold"/>
                <a:sym typeface="Signika Bold"/>
              </a:rPr>
              <a:t>WHAT IS IT?</a:t>
            </a:r>
          </a:p>
        </p:txBody>
      </p:sp>
      <p:sp>
        <p:nvSpPr>
          <p:cNvPr name="TextBox 15" id="15"/>
          <p:cNvSpPr txBox="true"/>
          <p:nvPr/>
        </p:nvSpPr>
        <p:spPr>
          <a:xfrm rot="0">
            <a:off x="3223751" y="4488858"/>
            <a:ext cx="11840499" cy="2600960"/>
          </a:xfrm>
          <a:prstGeom prst="rect">
            <a:avLst/>
          </a:prstGeom>
        </p:spPr>
        <p:txBody>
          <a:bodyPr anchor="t" rtlCol="false" tIns="0" lIns="0" bIns="0" rIns="0">
            <a:spAutoFit/>
          </a:bodyPr>
          <a:lstStyle/>
          <a:p>
            <a:pPr algn="ctr">
              <a:lnSpc>
                <a:spcPts val="3399"/>
              </a:lnSpc>
            </a:pPr>
            <a:r>
              <a:rPr lang="en-US" sz="3399">
                <a:solidFill>
                  <a:srgbClr val="F092B4"/>
                </a:solidFill>
                <a:latin typeface="Signika"/>
                <a:ea typeface="Signika"/>
                <a:cs typeface="Signika"/>
                <a:sym typeface="Signika"/>
              </a:rPr>
              <a:t>We created a database and a platform to be used in a school setting by admin, teachers, or students. Students can view schedules, drop class, see advisor info, and more. Instructors can change grades, modify sections, look at stats, look at advisee info and more. Admin can use CRUD in order to modify anything in the database.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5F3"/>
        </a:solidFill>
      </p:bgPr>
    </p:bg>
    <p:spTree>
      <p:nvGrpSpPr>
        <p:cNvPr id="1" name=""/>
        <p:cNvGrpSpPr/>
        <p:nvPr/>
      </p:nvGrpSpPr>
      <p:grpSpPr>
        <a:xfrm>
          <a:off x="0" y="0"/>
          <a:ext cx="0" cy="0"/>
          <a:chOff x="0" y="0"/>
          <a:chExt cx="0" cy="0"/>
        </a:xfrm>
      </p:grpSpPr>
      <p:sp>
        <p:nvSpPr>
          <p:cNvPr name="Freeform 2" id="2"/>
          <p:cNvSpPr/>
          <p:nvPr/>
        </p:nvSpPr>
        <p:spPr>
          <a:xfrm flipH="true" flipV="false" rot="0">
            <a:off x="-1618103" y="7620897"/>
            <a:ext cx="7315200" cy="3274807"/>
          </a:xfrm>
          <a:custGeom>
            <a:avLst/>
            <a:gdLst/>
            <a:ahLst/>
            <a:cxnLst/>
            <a:rect r="r" b="b" t="t" l="l"/>
            <a:pathLst>
              <a:path h="3274807" w="7315200">
                <a:moveTo>
                  <a:pt x="7315200" y="0"/>
                </a:moveTo>
                <a:lnTo>
                  <a:pt x="0" y="0"/>
                </a:lnTo>
                <a:lnTo>
                  <a:pt x="0" y="3274806"/>
                </a:lnTo>
                <a:lnTo>
                  <a:pt x="7315200" y="3274806"/>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90903" y="7620897"/>
            <a:ext cx="7315200" cy="3274807"/>
          </a:xfrm>
          <a:custGeom>
            <a:avLst/>
            <a:gdLst/>
            <a:ahLst/>
            <a:cxnLst/>
            <a:rect r="r" b="b" t="t" l="l"/>
            <a:pathLst>
              <a:path h="3274807" w="7315200">
                <a:moveTo>
                  <a:pt x="0" y="0"/>
                </a:moveTo>
                <a:lnTo>
                  <a:pt x="7315200" y="0"/>
                </a:lnTo>
                <a:lnTo>
                  <a:pt x="7315200" y="3274806"/>
                </a:lnTo>
                <a:lnTo>
                  <a:pt x="0" y="327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0800000">
            <a:off x="12572566" y="-539881"/>
            <a:ext cx="7315200" cy="3274807"/>
          </a:xfrm>
          <a:custGeom>
            <a:avLst/>
            <a:gdLst/>
            <a:ahLst/>
            <a:cxnLst/>
            <a:rect r="r" b="b" t="t" l="l"/>
            <a:pathLst>
              <a:path h="3274807" w="7315200">
                <a:moveTo>
                  <a:pt x="7315200" y="0"/>
                </a:moveTo>
                <a:lnTo>
                  <a:pt x="0" y="0"/>
                </a:lnTo>
                <a:lnTo>
                  <a:pt x="0" y="3274807"/>
                </a:lnTo>
                <a:lnTo>
                  <a:pt x="7315200" y="3274807"/>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36439" y="-539881"/>
            <a:ext cx="7315200" cy="3274807"/>
          </a:xfrm>
          <a:custGeom>
            <a:avLst/>
            <a:gdLst/>
            <a:ahLst/>
            <a:cxnLst/>
            <a:rect r="r" b="b" t="t" l="l"/>
            <a:pathLst>
              <a:path h="3274807" w="7315200">
                <a:moveTo>
                  <a:pt x="0" y="0"/>
                </a:moveTo>
                <a:lnTo>
                  <a:pt x="7315200" y="0"/>
                </a:lnTo>
                <a:lnTo>
                  <a:pt x="7315200" y="3274807"/>
                </a:lnTo>
                <a:lnTo>
                  <a:pt x="0" y="32748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951823" y="8601060"/>
            <a:ext cx="5192177" cy="4114800"/>
          </a:xfrm>
          <a:custGeom>
            <a:avLst/>
            <a:gdLst/>
            <a:ahLst/>
            <a:cxnLst/>
            <a:rect r="r" b="b" t="t" l="l"/>
            <a:pathLst>
              <a:path h="4114800" w="5192177">
                <a:moveTo>
                  <a:pt x="0" y="0"/>
                </a:moveTo>
                <a:lnTo>
                  <a:pt x="5192177" y="0"/>
                </a:lnTo>
                <a:lnTo>
                  <a:pt x="519217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7893775" y="-2057400"/>
            <a:ext cx="6282137" cy="4114800"/>
          </a:xfrm>
          <a:custGeom>
            <a:avLst/>
            <a:gdLst/>
            <a:ahLst/>
            <a:cxnLst/>
            <a:rect r="r" b="b" t="t" l="l"/>
            <a:pathLst>
              <a:path h="4114800" w="6282137">
                <a:moveTo>
                  <a:pt x="0" y="4114800"/>
                </a:moveTo>
                <a:lnTo>
                  <a:pt x="6282137" y="4114800"/>
                </a:lnTo>
                <a:lnTo>
                  <a:pt x="6282137"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761485" y="8402325"/>
            <a:ext cx="1572853" cy="1711949"/>
          </a:xfrm>
          <a:custGeom>
            <a:avLst/>
            <a:gdLst/>
            <a:ahLst/>
            <a:cxnLst/>
            <a:rect r="r" b="b" t="t" l="l"/>
            <a:pathLst>
              <a:path h="1711949" w="1572853">
                <a:moveTo>
                  <a:pt x="0" y="0"/>
                </a:moveTo>
                <a:lnTo>
                  <a:pt x="1572853" y="0"/>
                </a:lnTo>
                <a:lnTo>
                  <a:pt x="1572853" y="1711950"/>
                </a:lnTo>
                <a:lnTo>
                  <a:pt x="0" y="17119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354213" y="-594976"/>
            <a:ext cx="1288334" cy="1189952"/>
          </a:xfrm>
          <a:custGeom>
            <a:avLst/>
            <a:gdLst/>
            <a:ahLst/>
            <a:cxnLst/>
            <a:rect r="r" b="b" t="t" l="l"/>
            <a:pathLst>
              <a:path h="1189952" w="1288334">
                <a:moveTo>
                  <a:pt x="0" y="0"/>
                </a:moveTo>
                <a:lnTo>
                  <a:pt x="1288333" y="0"/>
                </a:lnTo>
                <a:lnTo>
                  <a:pt x="1288333" y="1189952"/>
                </a:lnTo>
                <a:lnTo>
                  <a:pt x="0" y="11899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615992">
            <a:off x="6160710" y="-3149181"/>
            <a:ext cx="3466129" cy="4114800"/>
          </a:xfrm>
          <a:custGeom>
            <a:avLst/>
            <a:gdLst/>
            <a:ahLst/>
            <a:cxnLst/>
            <a:rect r="r" b="b" t="t" l="l"/>
            <a:pathLst>
              <a:path h="4114800" w="3466129">
                <a:moveTo>
                  <a:pt x="0" y="0"/>
                </a:moveTo>
                <a:lnTo>
                  <a:pt x="3466129" y="0"/>
                </a:lnTo>
                <a:lnTo>
                  <a:pt x="3466129"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4288033">
            <a:off x="7909712" y="8908489"/>
            <a:ext cx="1860455" cy="2411571"/>
          </a:xfrm>
          <a:custGeom>
            <a:avLst/>
            <a:gdLst/>
            <a:ahLst/>
            <a:cxnLst/>
            <a:rect r="r" b="b" t="t" l="l"/>
            <a:pathLst>
              <a:path h="2411571" w="1860455">
                <a:moveTo>
                  <a:pt x="0" y="0"/>
                </a:moveTo>
                <a:lnTo>
                  <a:pt x="1860455" y="0"/>
                </a:lnTo>
                <a:lnTo>
                  <a:pt x="1860455" y="2411571"/>
                </a:lnTo>
                <a:lnTo>
                  <a:pt x="0" y="24115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7176638" y="6328758"/>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111362" y="921249"/>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4337305" y="3063832"/>
            <a:ext cx="9613390" cy="2406683"/>
          </a:xfrm>
          <a:prstGeom prst="rect">
            <a:avLst/>
          </a:prstGeom>
        </p:spPr>
        <p:txBody>
          <a:bodyPr anchor="t" rtlCol="false" tIns="0" lIns="0" bIns="0" rIns="0">
            <a:spAutoFit/>
          </a:bodyPr>
          <a:lstStyle/>
          <a:p>
            <a:pPr algn="ctr">
              <a:lnSpc>
                <a:spcPts val="9067"/>
              </a:lnSpc>
            </a:pPr>
            <a:r>
              <a:rPr lang="en-US" b="true" sz="10188">
                <a:solidFill>
                  <a:srgbClr val="F092B4"/>
                </a:solidFill>
                <a:latin typeface="Signika Bold"/>
                <a:ea typeface="Signika Bold"/>
                <a:cs typeface="Signika Bold"/>
                <a:sym typeface="Signika Bold"/>
              </a:rPr>
              <a:t>TECHNOLOGY USED</a:t>
            </a:r>
          </a:p>
        </p:txBody>
      </p:sp>
      <p:sp>
        <p:nvSpPr>
          <p:cNvPr name="TextBox 15" id="15"/>
          <p:cNvSpPr txBox="true"/>
          <p:nvPr/>
        </p:nvSpPr>
        <p:spPr>
          <a:xfrm rot="0">
            <a:off x="3223751" y="6055486"/>
            <a:ext cx="11840499" cy="542289"/>
          </a:xfrm>
          <a:prstGeom prst="rect">
            <a:avLst/>
          </a:prstGeom>
        </p:spPr>
        <p:txBody>
          <a:bodyPr anchor="t" rtlCol="false" tIns="0" lIns="0" bIns="0" rIns="0">
            <a:spAutoFit/>
          </a:bodyPr>
          <a:lstStyle/>
          <a:p>
            <a:pPr algn="ctr">
              <a:lnSpc>
                <a:spcPts val="4099"/>
              </a:lnSpc>
            </a:pPr>
            <a:r>
              <a:rPr lang="en-US" sz="4099">
                <a:solidFill>
                  <a:srgbClr val="F092B4"/>
                </a:solidFill>
                <a:latin typeface="Signika"/>
                <a:ea typeface="Signika"/>
                <a:cs typeface="Signika"/>
                <a:sym typeface="Signika"/>
              </a:rPr>
              <a:t>We used VS Code and phpMyAdmin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5F3"/>
        </a:solidFill>
      </p:bgPr>
    </p:bg>
    <p:spTree>
      <p:nvGrpSpPr>
        <p:cNvPr id="1" name=""/>
        <p:cNvGrpSpPr/>
        <p:nvPr/>
      </p:nvGrpSpPr>
      <p:grpSpPr>
        <a:xfrm>
          <a:off x="0" y="0"/>
          <a:ext cx="0" cy="0"/>
          <a:chOff x="0" y="0"/>
          <a:chExt cx="0" cy="0"/>
        </a:xfrm>
      </p:grpSpPr>
      <p:sp>
        <p:nvSpPr>
          <p:cNvPr name="Freeform 2" id="2"/>
          <p:cNvSpPr/>
          <p:nvPr/>
        </p:nvSpPr>
        <p:spPr>
          <a:xfrm flipH="true" flipV="false" rot="0">
            <a:off x="-1618103" y="7620897"/>
            <a:ext cx="7315200" cy="3274807"/>
          </a:xfrm>
          <a:custGeom>
            <a:avLst/>
            <a:gdLst/>
            <a:ahLst/>
            <a:cxnLst/>
            <a:rect r="r" b="b" t="t" l="l"/>
            <a:pathLst>
              <a:path h="3274807" w="7315200">
                <a:moveTo>
                  <a:pt x="7315200" y="0"/>
                </a:moveTo>
                <a:lnTo>
                  <a:pt x="0" y="0"/>
                </a:lnTo>
                <a:lnTo>
                  <a:pt x="0" y="3274806"/>
                </a:lnTo>
                <a:lnTo>
                  <a:pt x="7315200" y="3274806"/>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90903" y="7620897"/>
            <a:ext cx="7315200" cy="3274807"/>
          </a:xfrm>
          <a:custGeom>
            <a:avLst/>
            <a:gdLst/>
            <a:ahLst/>
            <a:cxnLst/>
            <a:rect r="r" b="b" t="t" l="l"/>
            <a:pathLst>
              <a:path h="3274807" w="7315200">
                <a:moveTo>
                  <a:pt x="0" y="0"/>
                </a:moveTo>
                <a:lnTo>
                  <a:pt x="7315200" y="0"/>
                </a:lnTo>
                <a:lnTo>
                  <a:pt x="7315200" y="3274806"/>
                </a:lnTo>
                <a:lnTo>
                  <a:pt x="0" y="327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0800000">
            <a:off x="12572566" y="-539881"/>
            <a:ext cx="7315200" cy="3274807"/>
          </a:xfrm>
          <a:custGeom>
            <a:avLst/>
            <a:gdLst/>
            <a:ahLst/>
            <a:cxnLst/>
            <a:rect r="r" b="b" t="t" l="l"/>
            <a:pathLst>
              <a:path h="3274807" w="7315200">
                <a:moveTo>
                  <a:pt x="7315200" y="0"/>
                </a:moveTo>
                <a:lnTo>
                  <a:pt x="0" y="0"/>
                </a:lnTo>
                <a:lnTo>
                  <a:pt x="0" y="3274807"/>
                </a:lnTo>
                <a:lnTo>
                  <a:pt x="7315200" y="3274807"/>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36439" y="-539881"/>
            <a:ext cx="7315200" cy="3274807"/>
          </a:xfrm>
          <a:custGeom>
            <a:avLst/>
            <a:gdLst/>
            <a:ahLst/>
            <a:cxnLst/>
            <a:rect r="r" b="b" t="t" l="l"/>
            <a:pathLst>
              <a:path h="3274807" w="7315200">
                <a:moveTo>
                  <a:pt x="0" y="0"/>
                </a:moveTo>
                <a:lnTo>
                  <a:pt x="7315200" y="0"/>
                </a:lnTo>
                <a:lnTo>
                  <a:pt x="7315200" y="3274807"/>
                </a:lnTo>
                <a:lnTo>
                  <a:pt x="0" y="32748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951823" y="8601060"/>
            <a:ext cx="5192177" cy="4114800"/>
          </a:xfrm>
          <a:custGeom>
            <a:avLst/>
            <a:gdLst/>
            <a:ahLst/>
            <a:cxnLst/>
            <a:rect r="r" b="b" t="t" l="l"/>
            <a:pathLst>
              <a:path h="4114800" w="5192177">
                <a:moveTo>
                  <a:pt x="0" y="0"/>
                </a:moveTo>
                <a:lnTo>
                  <a:pt x="5192177" y="0"/>
                </a:lnTo>
                <a:lnTo>
                  <a:pt x="519217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7893775" y="-2057400"/>
            <a:ext cx="6282137" cy="4114800"/>
          </a:xfrm>
          <a:custGeom>
            <a:avLst/>
            <a:gdLst/>
            <a:ahLst/>
            <a:cxnLst/>
            <a:rect r="r" b="b" t="t" l="l"/>
            <a:pathLst>
              <a:path h="4114800" w="6282137">
                <a:moveTo>
                  <a:pt x="0" y="4114800"/>
                </a:moveTo>
                <a:lnTo>
                  <a:pt x="6282137" y="4114800"/>
                </a:lnTo>
                <a:lnTo>
                  <a:pt x="6282137"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761485" y="8402325"/>
            <a:ext cx="1572853" cy="1711949"/>
          </a:xfrm>
          <a:custGeom>
            <a:avLst/>
            <a:gdLst/>
            <a:ahLst/>
            <a:cxnLst/>
            <a:rect r="r" b="b" t="t" l="l"/>
            <a:pathLst>
              <a:path h="1711949" w="1572853">
                <a:moveTo>
                  <a:pt x="0" y="0"/>
                </a:moveTo>
                <a:lnTo>
                  <a:pt x="1572853" y="0"/>
                </a:lnTo>
                <a:lnTo>
                  <a:pt x="1572853" y="1711950"/>
                </a:lnTo>
                <a:lnTo>
                  <a:pt x="0" y="17119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354213" y="-594976"/>
            <a:ext cx="1288334" cy="1189952"/>
          </a:xfrm>
          <a:custGeom>
            <a:avLst/>
            <a:gdLst/>
            <a:ahLst/>
            <a:cxnLst/>
            <a:rect r="r" b="b" t="t" l="l"/>
            <a:pathLst>
              <a:path h="1189952" w="1288334">
                <a:moveTo>
                  <a:pt x="0" y="0"/>
                </a:moveTo>
                <a:lnTo>
                  <a:pt x="1288333" y="0"/>
                </a:lnTo>
                <a:lnTo>
                  <a:pt x="1288333" y="1189952"/>
                </a:lnTo>
                <a:lnTo>
                  <a:pt x="0" y="11899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615992">
            <a:off x="6160710" y="-3149181"/>
            <a:ext cx="3466129" cy="4114800"/>
          </a:xfrm>
          <a:custGeom>
            <a:avLst/>
            <a:gdLst/>
            <a:ahLst/>
            <a:cxnLst/>
            <a:rect r="r" b="b" t="t" l="l"/>
            <a:pathLst>
              <a:path h="4114800" w="3466129">
                <a:moveTo>
                  <a:pt x="0" y="0"/>
                </a:moveTo>
                <a:lnTo>
                  <a:pt x="3466129" y="0"/>
                </a:lnTo>
                <a:lnTo>
                  <a:pt x="3466129"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4288033">
            <a:off x="7909712" y="8908489"/>
            <a:ext cx="1860455" cy="2411571"/>
          </a:xfrm>
          <a:custGeom>
            <a:avLst/>
            <a:gdLst/>
            <a:ahLst/>
            <a:cxnLst/>
            <a:rect r="r" b="b" t="t" l="l"/>
            <a:pathLst>
              <a:path h="2411571" w="1860455">
                <a:moveTo>
                  <a:pt x="0" y="0"/>
                </a:moveTo>
                <a:lnTo>
                  <a:pt x="1860455" y="0"/>
                </a:lnTo>
                <a:lnTo>
                  <a:pt x="1860455" y="2411571"/>
                </a:lnTo>
                <a:lnTo>
                  <a:pt x="0" y="24115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7176638" y="6328758"/>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111362" y="921249"/>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4337305" y="1471866"/>
            <a:ext cx="9613390" cy="2406683"/>
          </a:xfrm>
          <a:prstGeom prst="rect">
            <a:avLst/>
          </a:prstGeom>
        </p:spPr>
        <p:txBody>
          <a:bodyPr anchor="t" rtlCol="false" tIns="0" lIns="0" bIns="0" rIns="0">
            <a:spAutoFit/>
          </a:bodyPr>
          <a:lstStyle/>
          <a:p>
            <a:pPr algn="ctr">
              <a:lnSpc>
                <a:spcPts val="9067"/>
              </a:lnSpc>
            </a:pPr>
            <a:r>
              <a:rPr lang="en-US" b="true" sz="10188">
                <a:solidFill>
                  <a:srgbClr val="F092B4"/>
                </a:solidFill>
                <a:latin typeface="Signika Bold"/>
                <a:ea typeface="Signika Bold"/>
                <a:cs typeface="Signika Bold"/>
                <a:sym typeface="Signika Bold"/>
              </a:rPr>
              <a:t>PROJECT ARCHITECTURE</a:t>
            </a:r>
          </a:p>
        </p:txBody>
      </p:sp>
      <p:sp>
        <p:nvSpPr>
          <p:cNvPr name="TextBox 15" id="15"/>
          <p:cNvSpPr txBox="true"/>
          <p:nvPr/>
        </p:nvSpPr>
        <p:spPr>
          <a:xfrm rot="0">
            <a:off x="4663083" y="6395433"/>
            <a:ext cx="9382260" cy="494030"/>
          </a:xfrm>
          <a:prstGeom prst="rect">
            <a:avLst/>
          </a:prstGeom>
        </p:spPr>
        <p:txBody>
          <a:bodyPr anchor="t" rtlCol="false" tIns="0" lIns="0" bIns="0" rIns="0">
            <a:spAutoFit/>
          </a:bodyPr>
          <a:lstStyle/>
          <a:p>
            <a:pPr algn="l">
              <a:lnSpc>
                <a:spcPts val="3699"/>
              </a:lnSpc>
            </a:pPr>
            <a:r>
              <a:rPr lang="en-US" sz="3699">
                <a:solidFill>
                  <a:srgbClr val="F092B4"/>
                </a:solidFill>
                <a:latin typeface="Signika"/>
                <a:ea typeface="Signika"/>
                <a:cs typeface="Signika"/>
                <a:sym typeface="Signika"/>
              </a:rPr>
              <a:t>Backend: Flask, Python, and SQL</a:t>
            </a:r>
          </a:p>
        </p:txBody>
      </p:sp>
      <p:sp>
        <p:nvSpPr>
          <p:cNvPr name="TextBox 16" id="16"/>
          <p:cNvSpPr txBox="true"/>
          <p:nvPr/>
        </p:nvSpPr>
        <p:spPr>
          <a:xfrm rot="0">
            <a:off x="4663083" y="5210175"/>
            <a:ext cx="9382260" cy="494030"/>
          </a:xfrm>
          <a:prstGeom prst="rect">
            <a:avLst/>
          </a:prstGeom>
        </p:spPr>
        <p:txBody>
          <a:bodyPr anchor="t" rtlCol="false" tIns="0" lIns="0" bIns="0" rIns="0">
            <a:spAutoFit/>
          </a:bodyPr>
          <a:lstStyle/>
          <a:p>
            <a:pPr algn="l">
              <a:lnSpc>
                <a:spcPts val="3699"/>
              </a:lnSpc>
            </a:pPr>
            <a:r>
              <a:rPr lang="en-US" sz="3699">
                <a:solidFill>
                  <a:srgbClr val="F092B4"/>
                </a:solidFill>
                <a:latin typeface="Signika"/>
                <a:ea typeface="Signika"/>
                <a:cs typeface="Signika"/>
                <a:sym typeface="Signika"/>
              </a:rPr>
              <a:t>Frontend: HTML, CSS and JavaScript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5F3"/>
        </a:solidFill>
      </p:bgPr>
    </p:bg>
    <p:spTree>
      <p:nvGrpSpPr>
        <p:cNvPr id="1" name=""/>
        <p:cNvGrpSpPr/>
        <p:nvPr/>
      </p:nvGrpSpPr>
      <p:grpSpPr>
        <a:xfrm>
          <a:off x="0" y="0"/>
          <a:ext cx="0" cy="0"/>
          <a:chOff x="0" y="0"/>
          <a:chExt cx="0" cy="0"/>
        </a:xfrm>
      </p:grpSpPr>
      <p:sp>
        <p:nvSpPr>
          <p:cNvPr name="Freeform 2" id="2"/>
          <p:cNvSpPr/>
          <p:nvPr/>
        </p:nvSpPr>
        <p:spPr>
          <a:xfrm flipH="true" flipV="false" rot="0">
            <a:off x="-1618103" y="7620897"/>
            <a:ext cx="7315200" cy="3274807"/>
          </a:xfrm>
          <a:custGeom>
            <a:avLst/>
            <a:gdLst/>
            <a:ahLst/>
            <a:cxnLst/>
            <a:rect r="r" b="b" t="t" l="l"/>
            <a:pathLst>
              <a:path h="3274807" w="7315200">
                <a:moveTo>
                  <a:pt x="7315200" y="0"/>
                </a:moveTo>
                <a:lnTo>
                  <a:pt x="0" y="0"/>
                </a:lnTo>
                <a:lnTo>
                  <a:pt x="0" y="3274806"/>
                </a:lnTo>
                <a:lnTo>
                  <a:pt x="7315200" y="3274806"/>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90903" y="7620897"/>
            <a:ext cx="7315200" cy="3274807"/>
          </a:xfrm>
          <a:custGeom>
            <a:avLst/>
            <a:gdLst/>
            <a:ahLst/>
            <a:cxnLst/>
            <a:rect r="r" b="b" t="t" l="l"/>
            <a:pathLst>
              <a:path h="3274807" w="7315200">
                <a:moveTo>
                  <a:pt x="0" y="0"/>
                </a:moveTo>
                <a:lnTo>
                  <a:pt x="7315200" y="0"/>
                </a:lnTo>
                <a:lnTo>
                  <a:pt x="7315200" y="3274806"/>
                </a:lnTo>
                <a:lnTo>
                  <a:pt x="0" y="327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0800000">
            <a:off x="12572566" y="-539881"/>
            <a:ext cx="7315200" cy="3274807"/>
          </a:xfrm>
          <a:custGeom>
            <a:avLst/>
            <a:gdLst/>
            <a:ahLst/>
            <a:cxnLst/>
            <a:rect r="r" b="b" t="t" l="l"/>
            <a:pathLst>
              <a:path h="3274807" w="7315200">
                <a:moveTo>
                  <a:pt x="7315200" y="0"/>
                </a:moveTo>
                <a:lnTo>
                  <a:pt x="0" y="0"/>
                </a:lnTo>
                <a:lnTo>
                  <a:pt x="0" y="3274807"/>
                </a:lnTo>
                <a:lnTo>
                  <a:pt x="7315200" y="3274807"/>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36439" y="-539881"/>
            <a:ext cx="7315200" cy="3274807"/>
          </a:xfrm>
          <a:custGeom>
            <a:avLst/>
            <a:gdLst/>
            <a:ahLst/>
            <a:cxnLst/>
            <a:rect r="r" b="b" t="t" l="l"/>
            <a:pathLst>
              <a:path h="3274807" w="7315200">
                <a:moveTo>
                  <a:pt x="0" y="0"/>
                </a:moveTo>
                <a:lnTo>
                  <a:pt x="7315200" y="0"/>
                </a:lnTo>
                <a:lnTo>
                  <a:pt x="7315200" y="3274807"/>
                </a:lnTo>
                <a:lnTo>
                  <a:pt x="0" y="32748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951823" y="8601060"/>
            <a:ext cx="5192177" cy="4114800"/>
          </a:xfrm>
          <a:custGeom>
            <a:avLst/>
            <a:gdLst/>
            <a:ahLst/>
            <a:cxnLst/>
            <a:rect r="r" b="b" t="t" l="l"/>
            <a:pathLst>
              <a:path h="4114800" w="5192177">
                <a:moveTo>
                  <a:pt x="0" y="0"/>
                </a:moveTo>
                <a:lnTo>
                  <a:pt x="5192177" y="0"/>
                </a:lnTo>
                <a:lnTo>
                  <a:pt x="519217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7893775" y="-2057400"/>
            <a:ext cx="6282137" cy="4114800"/>
          </a:xfrm>
          <a:custGeom>
            <a:avLst/>
            <a:gdLst/>
            <a:ahLst/>
            <a:cxnLst/>
            <a:rect r="r" b="b" t="t" l="l"/>
            <a:pathLst>
              <a:path h="4114800" w="6282137">
                <a:moveTo>
                  <a:pt x="0" y="4114800"/>
                </a:moveTo>
                <a:lnTo>
                  <a:pt x="6282137" y="4114800"/>
                </a:lnTo>
                <a:lnTo>
                  <a:pt x="6282137"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761485" y="8402325"/>
            <a:ext cx="1572853" cy="1711949"/>
          </a:xfrm>
          <a:custGeom>
            <a:avLst/>
            <a:gdLst/>
            <a:ahLst/>
            <a:cxnLst/>
            <a:rect r="r" b="b" t="t" l="l"/>
            <a:pathLst>
              <a:path h="1711949" w="1572853">
                <a:moveTo>
                  <a:pt x="0" y="0"/>
                </a:moveTo>
                <a:lnTo>
                  <a:pt x="1572853" y="0"/>
                </a:lnTo>
                <a:lnTo>
                  <a:pt x="1572853" y="1711950"/>
                </a:lnTo>
                <a:lnTo>
                  <a:pt x="0" y="17119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354213" y="-594976"/>
            <a:ext cx="1288334" cy="1189952"/>
          </a:xfrm>
          <a:custGeom>
            <a:avLst/>
            <a:gdLst/>
            <a:ahLst/>
            <a:cxnLst/>
            <a:rect r="r" b="b" t="t" l="l"/>
            <a:pathLst>
              <a:path h="1189952" w="1288334">
                <a:moveTo>
                  <a:pt x="0" y="0"/>
                </a:moveTo>
                <a:lnTo>
                  <a:pt x="1288333" y="0"/>
                </a:lnTo>
                <a:lnTo>
                  <a:pt x="1288333" y="1189952"/>
                </a:lnTo>
                <a:lnTo>
                  <a:pt x="0" y="11899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615992">
            <a:off x="6160710" y="-3149181"/>
            <a:ext cx="3466129" cy="4114800"/>
          </a:xfrm>
          <a:custGeom>
            <a:avLst/>
            <a:gdLst/>
            <a:ahLst/>
            <a:cxnLst/>
            <a:rect r="r" b="b" t="t" l="l"/>
            <a:pathLst>
              <a:path h="4114800" w="3466129">
                <a:moveTo>
                  <a:pt x="0" y="0"/>
                </a:moveTo>
                <a:lnTo>
                  <a:pt x="3466129" y="0"/>
                </a:lnTo>
                <a:lnTo>
                  <a:pt x="3466129"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4288033">
            <a:off x="7909712" y="8908489"/>
            <a:ext cx="1860455" cy="2411571"/>
          </a:xfrm>
          <a:custGeom>
            <a:avLst/>
            <a:gdLst/>
            <a:ahLst/>
            <a:cxnLst/>
            <a:rect r="r" b="b" t="t" l="l"/>
            <a:pathLst>
              <a:path h="2411571" w="1860455">
                <a:moveTo>
                  <a:pt x="0" y="0"/>
                </a:moveTo>
                <a:lnTo>
                  <a:pt x="1860455" y="0"/>
                </a:lnTo>
                <a:lnTo>
                  <a:pt x="1860455" y="2411571"/>
                </a:lnTo>
                <a:lnTo>
                  <a:pt x="0" y="24115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7176638" y="6328758"/>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111362" y="921249"/>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3703583" y="4085905"/>
            <a:ext cx="11301259" cy="5565870"/>
          </a:xfrm>
          <a:custGeom>
            <a:avLst/>
            <a:gdLst/>
            <a:ahLst/>
            <a:cxnLst/>
            <a:rect r="r" b="b" t="t" l="l"/>
            <a:pathLst>
              <a:path h="5565870" w="11301259">
                <a:moveTo>
                  <a:pt x="0" y="0"/>
                </a:moveTo>
                <a:lnTo>
                  <a:pt x="11301259" y="0"/>
                </a:lnTo>
                <a:lnTo>
                  <a:pt x="11301259" y="5565870"/>
                </a:lnTo>
                <a:lnTo>
                  <a:pt x="0" y="5565870"/>
                </a:lnTo>
                <a:lnTo>
                  <a:pt x="0" y="0"/>
                </a:lnTo>
                <a:close/>
              </a:path>
            </a:pathLst>
          </a:custGeom>
          <a:blipFill>
            <a:blip r:embed="rId18"/>
            <a:stretch>
              <a:fillRect l="0" t="0" r="0" b="0"/>
            </a:stretch>
          </a:blipFill>
        </p:spPr>
      </p:sp>
      <p:sp>
        <p:nvSpPr>
          <p:cNvPr name="TextBox 15" id="15"/>
          <p:cNvSpPr txBox="true"/>
          <p:nvPr/>
        </p:nvSpPr>
        <p:spPr>
          <a:xfrm rot="0">
            <a:off x="4168597" y="1679222"/>
            <a:ext cx="9950807" cy="2406683"/>
          </a:xfrm>
          <a:prstGeom prst="rect">
            <a:avLst/>
          </a:prstGeom>
        </p:spPr>
        <p:txBody>
          <a:bodyPr anchor="t" rtlCol="false" tIns="0" lIns="0" bIns="0" rIns="0">
            <a:spAutoFit/>
          </a:bodyPr>
          <a:lstStyle/>
          <a:p>
            <a:pPr algn="ctr">
              <a:lnSpc>
                <a:spcPts val="9067"/>
              </a:lnSpc>
            </a:pPr>
            <a:r>
              <a:rPr lang="en-US" b="true" sz="10188">
                <a:solidFill>
                  <a:srgbClr val="F092B4"/>
                </a:solidFill>
                <a:latin typeface="Signika Bold"/>
                <a:ea typeface="Signika Bold"/>
                <a:cs typeface="Signika Bold"/>
                <a:sym typeface="Signika Bold"/>
              </a:rPr>
              <a:t>ENCRYPTED PASSWORDS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5F3"/>
        </a:solidFill>
      </p:bgPr>
    </p:bg>
    <p:spTree>
      <p:nvGrpSpPr>
        <p:cNvPr id="1" name=""/>
        <p:cNvGrpSpPr/>
        <p:nvPr/>
      </p:nvGrpSpPr>
      <p:grpSpPr>
        <a:xfrm>
          <a:off x="0" y="0"/>
          <a:ext cx="0" cy="0"/>
          <a:chOff x="0" y="0"/>
          <a:chExt cx="0" cy="0"/>
        </a:xfrm>
      </p:grpSpPr>
      <p:sp>
        <p:nvSpPr>
          <p:cNvPr name="Freeform 2" id="2"/>
          <p:cNvSpPr/>
          <p:nvPr/>
        </p:nvSpPr>
        <p:spPr>
          <a:xfrm flipH="true" flipV="false" rot="0">
            <a:off x="-1618103" y="7620897"/>
            <a:ext cx="7315200" cy="3274807"/>
          </a:xfrm>
          <a:custGeom>
            <a:avLst/>
            <a:gdLst/>
            <a:ahLst/>
            <a:cxnLst/>
            <a:rect r="r" b="b" t="t" l="l"/>
            <a:pathLst>
              <a:path h="3274807" w="7315200">
                <a:moveTo>
                  <a:pt x="7315200" y="0"/>
                </a:moveTo>
                <a:lnTo>
                  <a:pt x="0" y="0"/>
                </a:lnTo>
                <a:lnTo>
                  <a:pt x="0" y="3274806"/>
                </a:lnTo>
                <a:lnTo>
                  <a:pt x="7315200" y="3274806"/>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90903" y="7620897"/>
            <a:ext cx="7315200" cy="3274807"/>
          </a:xfrm>
          <a:custGeom>
            <a:avLst/>
            <a:gdLst/>
            <a:ahLst/>
            <a:cxnLst/>
            <a:rect r="r" b="b" t="t" l="l"/>
            <a:pathLst>
              <a:path h="3274807" w="7315200">
                <a:moveTo>
                  <a:pt x="0" y="0"/>
                </a:moveTo>
                <a:lnTo>
                  <a:pt x="7315200" y="0"/>
                </a:lnTo>
                <a:lnTo>
                  <a:pt x="7315200" y="3274806"/>
                </a:lnTo>
                <a:lnTo>
                  <a:pt x="0" y="327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0800000">
            <a:off x="12572566" y="-539881"/>
            <a:ext cx="7315200" cy="3274807"/>
          </a:xfrm>
          <a:custGeom>
            <a:avLst/>
            <a:gdLst/>
            <a:ahLst/>
            <a:cxnLst/>
            <a:rect r="r" b="b" t="t" l="l"/>
            <a:pathLst>
              <a:path h="3274807" w="7315200">
                <a:moveTo>
                  <a:pt x="7315200" y="0"/>
                </a:moveTo>
                <a:lnTo>
                  <a:pt x="0" y="0"/>
                </a:lnTo>
                <a:lnTo>
                  <a:pt x="0" y="3274807"/>
                </a:lnTo>
                <a:lnTo>
                  <a:pt x="7315200" y="3274807"/>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36439" y="-539881"/>
            <a:ext cx="7315200" cy="3274807"/>
          </a:xfrm>
          <a:custGeom>
            <a:avLst/>
            <a:gdLst/>
            <a:ahLst/>
            <a:cxnLst/>
            <a:rect r="r" b="b" t="t" l="l"/>
            <a:pathLst>
              <a:path h="3274807" w="7315200">
                <a:moveTo>
                  <a:pt x="0" y="0"/>
                </a:moveTo>
                <a:lnTo>
                  <a:pt x="7315200" y="0"/>
                </a:lnTo>
                <a:lnTo>
                  <a:pt x="7315200" y="3274807"/>
                </a:lnTo>
                <a:lnTo>
                  <a:pt x="0" y="32748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951823" y="8601060"/>
            <a:ext cx="5192177" cy="4114800"/>
          </a:xfrm>
          <a:custGeom>
            <a:avLst/>
            <a:gdLst/>
            <a:ahLst/>
            <a:cxnLst/>
            <a:rect r="r" b="b" t="t" l="l"/>
            <a:pathLst>
              <a:path h="4114800" w="5192177">
                <a:moveTo>
                  <a:pt x="0" y="0"/>
                </a:moveTo>
                <a:lnTo>
                  <a:pt x="5192177" y="0"/>
                </a:lnTo>
                <a:lnTo>
                  <a:pt x="519217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7893775" y="-2057400"/>
            <a:ext cx="6282137" cy="4114800"/>
          </a:xfrm>
          <a:custGeom>
            <a:avLst/>
            <a:gdLst/>
            <a:ahLst/>
            <a:cxnLst/>
            <a:rect r="r" b="b" t="t" l="l"/>
            <a:pathLst>
              <a:path h="4114800" w="6282137">
                <a:moveTo>
                  <a:pt x="0" y="4114800"/>
                </a:moveTo>
                <a:lnTo>
                  <a:pt x="6282137" y="4114800"/>
                </a:lnTo>
                <a:lnTo>
                  <a:pt x="6282137"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761485" y="8402325"/>
            <a:ext cx="1572853" cy="1711949"/>
          </a:xfrm>
          <a:custGeom>
            <a:avLst/>
            <a:gdLst/>
            <a:ahLst/>
            <a:cxnLst/>
            <a:rect r="r" b="b" t="t" l="l"/>
            <a:pathLst>
              <a:path h="1711949" w="1572853">
                <a:moveTo>
                  <a:pt x="0" y="0"/>
                </a:moveTo>
                <a:lnTo>
                  <a:pt x="1572853" y="0"/>
                </a:lnTo>
                <a:lnTo>
                  <a:pt x="1572853" y="1711950"/>
                </a:lnTo>
                <a:lnTo>
                  <a:pt x="0" y="17119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354213" y="-594976"/>
            <a:ext cx="1288334" cy="1189952"/>
          </a:xfrm>
          <a:custGeom>
            <a:avLst/>
            <a:gdLst/>
            <a:ahLst/>
            <a:cxnLst/>
            <a:rect r="r" b="b" t="t" l="l"/>
            <a:pathLst>
              <a:path h="1189952" w="1288334">
                <a:moveTo>
                  <a:pt x="0" y="0"/>
                </a:moveTo>
                <a:lnTo>
                  <a:pt x="1288333" y="0"/>
                </a:lnTo>
                <a:lnTo>
                  <a:pt x="1288333" y="1189952"/>
                </a:lnTo>
                <a:lnTo>
                  <a:pt x="0" y="11899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615992">
            <a:off x="6160710" y="-3149181"/>
            <a:ext cx="3466129" cy="4114800"/>
          </a:xfrm>
          <a:custGeom>
            <a:avLst/>
            <a:gdLst/>
            <a:ahLst/>
            <a:cxnLst/>
            <a:rect r="r" b="b" t="t" l="l"/>
            <a:pathLst>
              <a:path h="4114800" w="3466129">
                <a:moveTo>
                  <a:pt x="0" y="0"/>
                </a:moveTo>
                <a:lnTo>
                  <a:pt x="3466129" y="0"/>
                </a:lnTo>
                <a:lnTo>
                  <a:pt x="3466129"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4288033">
            <a:off x="7909712" y="8908489"/>
            <a:ext cx="1860455" cy="2411571"/>
          </a:xfrm>
          <a:custGeom>
            <a:avLst/>
            <a:gdLst/>
            <a:ahLst/>
            <a:cxnLst/>
            <a:rect r="r" b="b" t="t" l="l"/>
            <a:pathLst>
              <a:path h="2411571" w="1860455">
                <a:moveTo>
                  <a:pt x="0" y="0"/>
                </a:moveTo>
                <a:lnTo>
                  <a:pt x="1860455" y="0"/>
                </a:lnTo>
                <a:lnTo>
                  <a:pt x="1860455" y="2411571"/>
                </a:lnTo>
                <a:lnTo>
                  <a:pt x="0" y="24115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7176638" y="6328758"/>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111362" y="921249"/>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4168597" y="4697416"/>
            <a:ext cx="9950807" cy="1256266"/>
          </a:xfrm>
          <a:prstGeom prst="rect">
            <a:avLst/>
          </a:prstGeom>
        </p:spPr>
        <p:txBody>
          <a:bodyPr anchor="t" rtlCol="false" tIns="0" lIns="0" bIns="0" rIns="0">
            <a:spAutoFit/>
          </a:bodyPr>
          <a:lstStyle/>
          <a:p>
            <a:pPr algn="ctr">
              <a:lnSpc>
                <a:spcPts val="9067"/>
              </a:lnSpc>
            </a:pPr>
            <a:r>
              <a:rPr lang="en-US" b="true" sz="10188">
                <a:solidFill>
                  <a:srgbClr val="F092B4"/>
                </a:solidFill>
                <a:latin typeface="Signika Bold"/>
                <a:ea typeface="Signika Bold"/>
                <a:cs typeface="Signika Bold"/>
                <a:sym typeface="Signika Bold"/>
              </a:rPr>
              <a:t>DEMO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5F3"/>
        </a:solidFill>
      </p:bgPr>
    </p:bg>
    <p:spTree>
      <p:nvGrpSpPr>
        <p:cNvPr id="1" name=""/>
        <p:cNvGrpSpPr/>
        <p:nvPr/>
      </p:nvGrpSpPr>
      <p:grpSpPr>
        <a:xfrm>
          <a:off x="0" y="0"/>
          <a:ext cx="0" cy="0"/>
          <a:chOff x="0" y="0"/>
          <a:chExt cx="0" cy="0"/>
        </a:xfrm>
      </p:grpSpPr>
      <p:sp>
        <p:nvSpPr>
          <p:cNvPr name="Freeform 2" id="2"/>
          <p:cNvSpPr/>
          <p:nvPr/>
        </p:nvSpPr>
        <p:spPr>
          <a:xfrm flipH="true" flipV="false" rot="0">
            <a:off x="-1618103" y="7620897"/>
            <a:ext cx="7315200" cy="3274807"/>
          </a:xfrm>
          <a:custGeom>
            <a:avLst/>
            <a:gdLst/>
            <a:ahLst/>
            <a:cxnLst/>
            <a:rect r="r" b="b" t="t" l="l"/>
            <a:pathLst>
              <a:path h="3274807" w="7315200">
                <a:moveTo>
                  <a:pt x="7315200" y="0"/>
                </a:moveTo>
                <a:lnTo>
                  <a:pt x="0" y="0"/>
                </a:lnTo>
                <a:lnTo>
                  <a:pt x="0" y="3274806"/>
                </a:lnTo>
                <a:lnTo>
                  <a:pt x="7315200" y="3274806"/>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90903" y="7620897"/>
            <a:ext cx="7315200" cy="3274807"/>
          </a:xfrm>
          <a:custGeom>
            <a:avLst/>
            <a:gdLst/>
            <a:ahLst/>
            <a:cxnLst/>
            <a:rect r="r" b="b" t="t" l="l"/>
            <a:pathLst>
              <a:path h="3274807" w="7315200">
                <a:moveTo>
                  <a:pt x="0" y="0"/>
                </a:moveTo>
                <a:lnTo>
                  <a:pt x="7315200" y="0"/>
                </a:lnTo>
                <a:lnTo>
                  <a:pt x="7315200" y="3274806"/>
                </a:lnTo>
                <a:lnTo>
                  <a:pt x="0" y="327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0800000">
            <a:off x="12572566" y="-539881"/>
            <a:ext cx="7315200" cy="3274807"/>
          </a:xfrm>
          <a:custGeom>
            <a:avLst/>
            <a:gdLst/>
            <a:ahLst/>
            <a:cxnLst/>
            <a:rect r="r" b="b" t="t" l="l"/>
            <a:pathLst>
              <a:path h="3274807" w="7315200">
                <a:moveTo>
                  <a:pt x="7315200" y="0"/>
                </a:moveTo>
                <a:lnTo>
                  <a:pt x="0" y="0"/>
                </a:lnTo>
                <a:lnTo>
                  <a:pt x="0" y="3274807"/>
                </a:lnTo>
                <a:lnTo>
                  <a:pt x="7315200" y="3274807"/>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36439" y="-539881"/>
            <a:ext cx="7315200" cy="3274807"/>
          </a:xfrm>
          <a:custGeom>
            <a:avLst/>
            <a:gdLst/>
            <a:ahLst/>
            <a:cxnLst/>
            <a:rect r="r" b="b" t="t" l="l"/>
            <a:pathLst>
              <a:path h="3274807" w="7315200">
                <a:moveTo>
                  <a:pt x="0" y="0"/>
                </a:moveTo>
                <a:lnTo>
                  <a:pt x="7315200" y="0"/>
                </a:lnTo>
                <a:lnTo>
                  <a:pt x="7315200" y="3274807"/>
                </a:lnTo>
                <a:lnTo>
                  <a:pt x="0" y="32748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951823" y="8601060"/>
            <a:ext cx="5192177" cy="4114800"/>
          </a:xfrm>
          <a:custGeom>
            <a:avLst/>
            <a:gdLst/>
            <a:ahLst/>
            <a:cxnLst/>
            <a:rect r="r" b="b" t="t" l="l"/>
            <a:pathLst>
              <a:path h="4114800" w="5192177">
                <a:moveTo>
                  <a:pt x="0" y="0"/>
                </a:moveTo>
                <a:lnTo>
                  <a:pt x="5192177" y="0"/>
                </a:lnTo>
                <a:lnTo>
                  <a:pt x="519217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7893775" y="-2057400"/>
            <a:ext cx="6282137" cy="4114800"/>
          </a:xfrm>
          <a:custGeom>
            <a:avLst/>
            <a:gdLst/>
            <a:ahLst/>
            <a:cxnLst/>
            <a:rect r="r" b="b" t="t" l="l"/>
            <a:pathLst>
              <a:path h="4114800" w="6282137">
                <a:moveTo>
                  <a:pt x="0" y="4114800"/>
                </a:moveTo>
                <a:lnTo>
                  <a:pt x="6282137" y="4114800"/>
                </a:lnTo>
                <a:lnTo>
                  <a:pt x="6282137"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761485" y="8402325"/>
            <a:ext cx="1572853" cy="1711949"/>
          </a:xfrm>
          <a:custGeom>
            <a:avLst/>
            <a:gdLst/>
            <a:ahLst/>
            <a:cxnLst/>
            <a:rect r="r" b="b" t="t" l="l"/>
            <a:pathLst>
              <a:path h="1711949" w="1572853">
                <a:moveTo>
                  <a:pt x="0" y="0"/>
                </a:moveTo>
                <a:lnTo>
                  <a:pt x="1572853" y="0"/>
                </a:lnTo>
                <a:lnTo>
                  <a:pt x="1572853" y="1711950"/>
                </a:lnTo>
                <a:lnTo>
                  <a:pt x="0" y="17119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354213" y="-594976"/>
            <a:ext cx="1288334" cy="1189952"/>
          </a:xfrm>
          <a:custGeom>
            <a:avLst/>
            <a:gdLst/>
            <a:ahLst/>
            <a:cxnLst/>
            <a:rect r="r" b="b" t="t" l="l"/>
            <a:pathLst>
              <a:path h="1189952" w="1288334">
                <a:moveTo>
                  <a:pt x="0" y="0"/>
                </a:moveTo>
                <a:lnTo>
                  <a:pt x="1288333" y="0"/>
                </a:lnTo>
                <a:lnTo>
                  <a:pt x="1288333" y="1189952"/>
                </a:lnTo>
                <a:lnTo>
                  <a:pt x="0" y="11899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615992">
            <a:off x="6160710" y="-3149181"/>
            <a:ext cx="3466129" cy="4114800"/>
          </a:xfrm>
          <a:custGeom>
            <a:avLst/>
            <a:gdLst/>
            <a:ahLst/>
            <a:cxnLst/>
            <a:rect r="r" b="b" t="t" l="l"/>
            <a:pathLst>
              <a:path h="4114800" w="3466129">
                <a:moveTo>
                  <a:pt x="0" y="0"/>
                </a:moveTo>
                <a:lnTo>
                  <a:pt x="3466129" y="0"/>
                </a:lnTo>
                <a:lnTo>
                  <a:pt x="3466129"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4288033">
            <a:off x="7909712" y="8908489"/>
            <a:ext cx="1860455" cy="2411571"/>
          </a:xfrm>
          <a:custGeom>
            <a:avLst/>
            <a:gdLst/>
            <a:ahLst/>
            <a:cxnLst/>
            <a:rect r="r" b="b" t="t" l="l"/>
            <a:pathLst>
              <a:path h="2411571" w="1860455">
                <a:moveTo>
                  <a:pt x="0" y="0"/>
                </a:moveTo>
                <a:lnTo>
                  <a:pt x="1860455" y="0"/>
                </a:lnTo>
                <a:lnTo>
                  <a:pt x="1860455" y="2411571"/>
                </a:lnTo>
                <a:lnTo>
                  <a:pt x="0" y="24115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7176638" y="6328758"/>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111362" y="921249"/>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4562522" y="3063832"/>
            <a:ext cx="9162955" cy="1256266"/>
          </a:xfrm>
          <a:prstGeom prst="rect">
            <a:avLst/>
          </a:prstGeom>
        </p:spPr>
        <p:txBody>
          <a:bodyPr anchor="t" rtlCol="false" tIns="0" lIns="0" bIns="0" rIns="0">
            <a:spAutoFit/>
          </a:bodyPr>
          <a:lstStyle/>
          <a:p>
            <a:pPr algn="ctr">
              <a:lnSpc>
                <a:spcPts val="9067"/>
              </a:lnSpc>
            </a:pPr>
            <a:r>
              <a:rPr lang="en-US" b="true" sz="10188">
                <a:solidFill>
                  <a:srgbClr val="F092B4"/>
                </a:solidFill>
                <a:latin typeface="Signika Bold"/>
                <a:ea typeface="Signika Bold"/>
                <a:cs typeface="Signika Bold"/>
                <a:sym typeface="Signika Bold"/>
              </a:rPr>
              <a:t>CONCLUSION</a:t>
            </a:r>
          </a:p>
        </p:txBody>
      </p:sp>
      <p:sp>
        <p:nvSpPr>
          <p:cNvPr name="TextBox 15" id="15"/>
          <p:cNvSpPr txBox="true"/>
          <p:nvPr/>
        </p:nvSpPr>
        <p:spPr>
          <a:xfrm rot="0">
            <a:off x="3223751" y="4488858"/>
            <a:ext cx="11840499" cy="2600960"/>
          </a:xfrm>
          <a:prstGeom prst="rect">
            <a:avLst/>
          </a:prstGeom>
        </p:spPr>
        <p:txBody>
          <a:bodyPr anchor="t" rtlCol="false" tIns="0" lIns="0" bIns="0" rIns="0">
            <a:spAutoFit/>
          </a:bodyPr>
          <a:lstStyle/>
          <a:p>
            <a:pPr algn="ctr">
              <a:lnSpc>
                <a:spcPts val="3399"/>
              </a:lnSpc>
            </a:pPr>
            <a:r>
              <a:rPr lang="en-US" sz="3399">
                <a:solidFill>
                  <a:srgbClr val="F092B4"/>
                </a:solidFill>
                <a:latin typeface="Signika"/>
                <a:ea typeface="Signika"/>
                <a:cs typeface="Signika"/>
                <a:sym typeface="Signika"/>
              </a:rPr>
              <a:t>Overall, this project was a completely new experience. Neither of us had experience using flask and integrating it into a web application however, we learned a lot during this process. </a:t>
            </a:r>
          </a:p>
          <a:p>
            <a:pPr algn="ctr">
              <a:lnSpc>
                <a:spcPts val="3399"/>
              </a:lnSpc>
            </a:pPr>
          </a:p>
          <a:p>
            <a:pPr algn="ctr">
              <a:lnSpc>
                <a:spcPts val="3399"/>
              </a:lnSpc>
            </a:pPr>
            <a:r>
              <a:rPr lang="en-US" sz="3399">
                <a:solidFill>
                  <a:srgbClr val="F092B4"/>
                </a:solidFill>
                <a:latin typeface="Signika"/>
                <a:ea typeface="Signika"/>
                <a:cs typeface="Signika"/>
                <a:sym typeface="Signika"/>
              </a:rPr>
              <a:t>We feel satisfied with our application; It is a simple and easy to use application that has a lot of functionality.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5F3"/>
        </a:solidFill>
      </p:bgPr>
    </p:bg>
    <p:spTree>
      <p:nvGrpSpPr>
        <p:cNvPr id="1" name=""/>
        <p:cNvGrpSpPr/>
        <p:nvPr/>
      </p:nvGrpSpPr>
      <p:grpSpPr>
        <a:xfrm>
          <a:off x="0" y="0"/>
          <a:ext cx="0" cy="0"/>
          <a:chOff x="0" y="0"/>
          <a:chExt cx="0" cy="0"/>
        </a:xfrm>
      </p:grpSpPr>
      <p:sp>
        <p:nvSpPr>
          <p:cNvPr name="Freeform 2" id="2"/>
          <p:cNvSpPr/>
          <p:nvPr/>
        </p:nvSpPr>
        <p:spPr>
          <a:xfrm flipH="true" flipV="false" rot="0">
            <a:off x="-1618103" y="7620897"/>
            <a:ext cx="7315200" cy="3274807"/>
          </a:xfrm>
          <a:custGeom>
            <a:avLst/>
            <a:gdLst/>
            <a:ahLst/>
            <a:cxnLst/>
            <a:rect r="r" b="b" t="t" l="l"/>
            <a:pathLst>
              <a:path h="3274807" w="7315200">
                <a:moveTo>
                  <a:pt x="7315200" y="0"/>
                </a:moveTo>
                <a:lnTo>
                  <a:pt x="0" y="0"/>
                </a:lnTo>
                <a:lnTo>
                  <a:pt x="0" y="3274806"/>
                </a:lnTo>
                <a:lnTo>
                  <a:pt x="7315200" y="3274806"/>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90903" y="7620897"/>
            <a:ext cx="7315200" cy="3274807"/>
          </a:xfrm>
          <a:custGeom>
            <a:avLst/>
            <a:gdLst/>
            <a:ahLst/>
            <a:cxnLst/>
            <a:rect r="r" b="b" t="t" l="l"/>
            <a:pathLst>
              <a:path h="3274807" w="7315200">
                <a:moveTo>
                  <a:pt x="0" y="0"/>
                </a:moveTo>
                <a:lnTo>
                  <a:pt x="7315200" y="0"/>
                </a:lnTo>
                <a:lnTo>
                  <a:pt x="7315200" y="3274806"/>
                </a:lnTo>
                <a:lnTo>
                  <a:pt x="0" y="327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0800000">
            <a:off x="12572566" y="-539881"/>
            <a:ext cx="7315200" cy="3274807"/>
          </a:xfrm>
          <a:custGeom>
            <a:avLst/>
            <a:gdLst/>
            <a:ahLst/>
            <a:cxnLst/>
            <a:rect r="r" b="b" t="t" l="l"/>
            <a:pathLst>
              <a:path h="3274807" w="7315200">
                <a:moveTo>
                  <a:pt x="7315200" y="0"/>
                </a:moveTo>
                <a:lnTo>
                  <a:pt x="0" y="0"/>
                </a:lnTo>
                <a:lnTo>
                  <a:pt x="0" y="3274807"/>
                </a:lnTo>
                <a:lnTo>
                  <a:pt x="7315200" y="3274807"/>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36439" y="-539881"/>
            <a:ext cx="7315200" cy="3274807"/>
          </a:xfrm>
          <a:custGeom>
            <a:avLst/>
            <a:gdLst/>
            <a:ahLst/>
            <a:cxnLst/>
            <a:rect r="r" b="b" t="t" l="l"/>
            <a:pathLst>
              <a:path h="3274807" w="7315200">
                <a:moveTo>
                  <a:pt x="0" y="0"/>
                </a:moveTo>
                <a:lnTo>
                  <a:pt x="7315200" y="0"/>
                </a:lnTo>
                <a:lnTo>
                  <a:pt x="7315200" y="3274807"/>
                </a:lnTo>
                <a:lnTo>
                  <a:pt x="0" y="32748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951823" y="8601060"/>
            <a:ext cx="5192177" cy="4114800"/>
          </a:xfrm>
          <a:custGeom>
            <a:avLst/>
            <a:gdLst/>
            <a:ahLst/>
            <a:cxnLst/>
            <a:rect r="r" b="b" t="t" l="l"/>
            <a:pathLst>
              <a:path h="4114800" w="5192177">
                <a:moveTo>
                  <a:pt x="0" y="0"/>
                </a:moveTo>
                <a:lnTo>
                  <a:pt x="5192177" y="0"/>
                </a:lnTo>
                <a:lnTo>
                  <a:pt x="519217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7893775" y="-2057400"/>
            <a:ext cx="6282137" cy="4114800"/>
          </a:xfrm>
          <a:custGeom>
            <a:avLst/>
            <a:gdLst/>
            <a:ahLst/>
            <a:cxnLst/>
            <a:rect r="r" b="b" t="t" l="l"/>
            <a:pathLst>
              <a:path h="4114800" w="6282137">
                <a:moveTo>
                  <a:pt x="0" y="4114800"/>
                </a:moveTo>
                <a:lnTo>
                  <a:pt x="6282137" y="4114800"/>
                </a:lnTo>
                <a:lnTo>
                  <a:pt x="6282137"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761485" y="8402325"/>
            <a:ext cx="1572853" cy="1711949"/>
          </a:xfrm>
          <a:custGeom>
            <a:avLst/>
            <a:gdLst/>
            <a:ahLst/>
            <a:cxnLst/>
            <a:rect r="r" b="b" t="t" l="l"/>
            <a:pathLst>
              <a:path h="1711949" w="1572853">
                <a:moveTo>
                  <a:pt x="0" y="0"/>
                </a:moveTo>
                <a:lnTo>
                  <a:pt x="1572853" y="0"/>
                </a:lnTo>
                <a:lnTo>
                  <a:pt x="1572853" y="1711950"/>
                </a:lnTo>
                <a:lnTo>
                  <a:pt x="0" y="17119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354213" y="-594976"/>
            <a:ext cx="1288334" cy="1189952"/>
          </a:xfrm>
          <a:custGeom>
            <a:avLst/>
            <a:gdLst/>
            <a:ahLst/>
            <a:cxnLst/>
            <a:rect r="r" b="b" t="t" l="l"/>
            <a:pathLst>
              <a:path h="1189952" w="1288334">
                <a:moveTo>
                  <a:pt x="0" y="0"/>
                </a:moveTo>
                <a:lnTo>
                  <a:pt x="1288333" y="0"/>
                </a:lnTo>
                <a:lnTo>
                  <a:pt x="1288333" y="1189952"/>
                </a:lnTo>
                <a:lnTo>
                  <a:pt x="0" y="11899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615992">
            <a:off x="6160710" y="-3149181"/>
            <a:ext cx="3466129" cy="4114800"/>
          </a:xfrm>
          <a:custGeom>
            <a:avLst/>
            <a:gdLst/>
            <a:ahLst/>
            <a:cxnLst/>
            <a:rect r="r" b="b" t="t" l="l"/>
            <a:pathLst>
              <a:path h="4114800" w="3466129">
                <a:moveTo>
                  <a:pt x="0" y="0"/>
                </a:moveTo>
                <a:lnTo>
                  <a:pt x="3466129" y="0"/>
                </a:lnTo>
                <a:lnTo>
                  <a:pt x="3466129"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4288033">
            <a:off x="7909712" y="8908489"/>
            <a:ext cx="1860455" cy="2411571"/>
          </a:xfrm>
          <a:custGeom>
            <a:avLst/>
            <a:gdLst/>
            <a:ahLst/>
            <a:cxnLst/>
            <a:rect r="r" b="b" t="t" l="l"/>
            <a:pathLst>
              <a:path h="2411571" w="1860455">
                <a:moveTo>
                  <a:pt x="0" y="0"/>
                </a:moveTo>
                <a:lnTo>
                  <a:pt x="1860455" y="0"/>
                </a:lnTo>
                <a:lnTo>
                  <a:pt x="1860455" y="2411571"/>
                </a:lnTo>
                <a:lnTo>
                  <a:pt x="0" y="24115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7176638" y="6328758"/>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111362" y="921249"/>
            <a:ext cx="2222724" cy="2272302"/>
          </a:xfrm>
          <a:custGeom>
            <a:avLst/>
            <a:gdLst/>
            <a:ahLst/>
            <a:cxnLst/>
            <a:rect r="r" b="b" t="t" l="l"/>
            <a:pathLst>
              <a:path h="2272302" w="2222724">
                <a:moveTo>
                  <a:pt x="0" y="0"/>
                </a:moveTo>
                <a:lnTo>
                  <a:pt x="2222724" y="0"/>
                </a:lnTo>
                <a:lnTo>
                  <a:pt x="2222724" y="2272302"/>
                </a:lnTo>
                <a:lnTo>
                  <a:pt x="0" y="22723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4856097" y="3588957"/>
            <a:ext cx="8575806" cy="3556761"/>
          </a:xfrm>
          <a:prstGeom prst="rect">
            <a:avLst/>
          </a:prstGeom>
        </p:spPr>
        <p:txBody>
          <a:bodyPr anchor="t" rtlCol="false" tIns="0" lIns="0" bIns="0" rIns="0">
            <a:spAutoFit/>
          </a:bodyPr>
          <a:lstStyle/>
          <a:p>
            <a:pPr algn="ctr">
              <a:lnSpc>
                <a:spcPts val="13438"/>
              </a:lnSpc>
            </a:pPr>
            <a:r>
              <a:rPr lang="en-US" b="true" sz="15099">
                <a:solidFill>
                  <a:srgbClr val="F092B4"/>
                </a:solidFill>
                <a:latin typeface="Signika Bold"/>
                <a:ea typeface="Signika Bold"/>
                <a:cs typeface="Signika Bold"/>
                <a:sym typeface="Signika Bold"/>
              </a:rPr>
              <a:t>THANK</a:t>
            </a:r>
          </a:p>
          <a:p>
            <a:pPr algn="ctr">
              <a:lnSpc>
                <a:spcPts val="13438"/>
              </a:lnSpc>
            </a:pPr>
            <a:r>
              <a:rPr lang="en-US" sz="15099" b="true">
                <a:solidFill>
                  <a:srgbClr val="F092B4"/>
                </a:solidFill>
                <a:latin typeface="Signika Bold"/>
                <a:ea typeface="Signika Bold"/>
                <a:cs typeface="Signika Bold"/>
                <a:sym typeface="Signika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DAG6RfEmmIQ</dc:identifier>
  <dcterms:modified xsi:type="dcterms:W3CDTF">2011-08-01T06:04:30Z</dcterms:modified>
  <cp:revision>1</cp:revision>
  <dc:title>Group Project</dc:title>
</cp:coreProperties>
</file>